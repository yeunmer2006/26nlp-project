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notesMaster" Target="notesMasters/notesMaster1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开场先把范围说清楚：这个项目不是追求 1.1B 官方模型，而是在单卡上把小模型训练、FA2 性能和 batch invariance 现象跑通。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这里强调实现的是 TinyLlama 架构族关键组件：RMSNorm、RoPE、GQA 和 SwiGLU。TinyStories 适合小模型训练验证，但不能代表通用语言能力。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训练曲线持续下降，说明训练链路是正常收敛的。域外 WikiText PPL 是 875.76，说明这个模型主要学到了 TinyStories 域内分布。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这页只讲论文思想，不把论文 A100 结果直接套到 RTX 4060。我的实验是本机 forward microbenchmark，所以结论要按自己的数据说。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这里可以明确说：我没有自己仿写 CUDA kernel，而是用作者官方 2.8.3 包；我的工作是把输入布局、GQA、缩放和 causal mask reference 对齐，并写测试验证。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这里讲结论：FA2 的优势主要在 prefill，decode 阶段没有稳定压过 SDPA。这和实验设置有关，因为 decode 是单 query，小 shape 下 kernel launch 和调度开销更明显。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这一页补充 FA2 不只是快，而且显存更低。误差来自 FP16 和不同 kernel 计算路径，在这个范围内通过了 reference 校验。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这页先证明现象：同一个 prompt 放在不同 batch 里，logits 可以变。但固定 prompt 没有让 argmax 改变，所以还不能证明 greedy 输出一定会分叉。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最重要的一句话是：全部 56 个 greedy 分叉都发生在 FP16。也就是说低精度会放大 batch composition 造成的数值漂移，并且在低 margin 点改变生成路径。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这里要说清楚“已解决”和“未解决”的边界。fixed-tree 证明了机制方向，但真正模型里 attention 和 MLP 的矩阵乘仍然会带来 batch dependence。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最后强调下一步不是继续重跑本项目主线，而是把解决方案从 RMSNorm 扩到 Linear/Matmul，再放到真实 serving 的 continuous batching 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TinyLlama-style 小模型训练、FlashAttention-2 与 Batch Invariance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30M 级预训练复现、Attention 加速评估与确定性推理实验</a:t>
            </a:r>
            <a:br/>
            <a:br/>
            <a:r>
              <a:rPr/>
              <a:t>NLP Project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2026-06-07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问题与范围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我做的事情</a:t>
            </a:r>
          </a:p>
          <a:p>
            <a:pPr lvl="0"/>
            <a:r>
              <a:rPr/>
              <a:t>训练一个 TinyLlama-style decoder-only 小语言模型</a:t>
            </a:r>
          </a:p>
          <a:p>
            <a:pPr lvl="0"/>
            <a:r>
              <a:rPr/>
              <a:t>对比 eager attention、PyTorch SDPA 和官方 FlashAttention-2</a:t>
            </a:r>
          </a:p>
          <a:p>
            <a:pPr lvl="0"/>
            <a:r>
              <a:rPr/>
              <a:t>研究 batch size / batch composition 对 </a:t>
            </a:r>
            <a:r>
              <a:rPr>
                <a:latin typeface="Courier"/>
              </a:rPr>
              <a:t>temperature=0</a:t>
            </a:r>
            <a:r>
              <a:rPr/>
              <a:t> 推理的影响</a:t>
            </a:r>
          </a:p>
          <a:p>
            <a:pPr lvl="0"/>
            <a:r>
              <a:rPr/>
              <a:t>用 fixed-tree reduction 验证 batch invariance 的机制性修复</a:t>
            </a:r>
          </a:p>
          <a:p>
            <a:pPr lvl="0" indent="0" marL="0">
              <a:buNone/>
            </a:pPr>
            <a:r>
              <a:rPr b="1"/>
              <a:t>边界</a:t>
            </a:r>
          </a:p>
          <a:p>
            <a:pPr lvl="0"/>
            <a:r>
              <a:rPr/>
              <a:t>不是复现 TinyLlama 1.1B 完整训练</a:t>
            </a:r>
          </a:p>
          <a:p>
            <a:pPr lvl="0"/>
            <a:r>
              <a:rPr/>
              <a:t>不是逐行重写 FlashAttention-2 CUDA kernel</a:t>
            </a:r>
          </a:p>
          <a:p>
            <a:pPr lvl="0"/>
            <a:r>
              <a:rPr/>
              <a:t>vLLM continuous batching 和更大模型是后续工作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模型与数据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模型结构</a:t>
            </a:r>
          </a:p>
          <a:p>
            <a:pPr lvl="0"/>
            <a:r>
              <a:rPr/>
              <a:t>Decoder-only Transformer</a:t>
            </a:r>
          </a:p>
          <a:p>
            <a:pPr lvl="0"/>
            <a:r>
              <a:rPr/>
              <a:t>12 层，hidden size 480</a:t>
            </a:r>
          </a:p>
          <a:p>
            <a:pPr lvl="0"/>
            <a:r>
              <a:rPr/>
              <a:t>8 个 query heads，4 个 KV heads，GQA</a:t>
            </a:r>
          </a:p>
          <a:p>
            <a:pPr lvl="0"/>
            <a:r>
              <a:rPr/>
              <a:t>RMSNorm、RoPE、SwiGLU、causal LM objective</a:t>
            </a:r>
          </a:p>
          <a:p>
            <a:pPr lvl="0" indent="0" marL="0">
              <a:buNone/>
            </a:pPr>
            <a:r>
              <a:rPr b="1"/>
              <a:t>数据与 tokenizer</a:t>
            </a:r>
          </a:p>
          <a:p>
            <a:pPr lvl="0"/>
            <a:r>
              <a:rPr/>
              <a:t>TinyStories 训练集：50,000,000 BPE tokens</a:t>
            </a:r>
          </a:p>
          <a:p>
            <a:pPr lvl="0"/>
            <a:r>
              <a:rPr/>
              <a:t>TinyStories 验证集：2,000,000 BPE tokens</a:t>
            </a:r>
          </a:p>
          <a:p>
            <a:pPr lvl="0"/>
            <a:r>
              <a:rPr/>
              <a:t>SentencePiece BPE tokenizer，词表 8000</a:t>
            </a:r>
          </a:p>
          <a:p>
            <a:pPr lvl="0"/>
            <a:r>
              <a:rPr/>
              <a:t>WikiText-2 Raw test 只用于域外 PPL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训练结果</a:t>
            </a:r>
          </a:p>
        </p:txBody>
      </p:sp>
      <p:pic>
        <p:nvPicPr>
          <p:cNvPr descr="results/main_experiments_30m_v2/figures/train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44600"/>
            <a:ext cx="8229600" cy="328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关键结果</a:t>
            </a:r>
          </a:p>
          <a:p>
            <a:pPr lvl="0"/>
            <a:r>
              <a:rPr/>
              <a:t>实际参数量：34,264,800</a:t>
            </a:r>
          </a:p>
          <a:p>
            <a:pPr lvl="0"/>
            <a:r>
              <a:rPr/>
              <a:t>训练步数：1,526</a:t>
            </a:r>
          </a:p>
          <a:p>
            <a:pPr lvl="0"/>
            <a:r>
              <a:rPr/>
              <a:t>已见 token：50,003,968</a:t>
            </a:r>
          </a:p>
          <a:p>
            <a:pPr lvl="0"/>
            <a:r>
              <a:rPr/>
              <a:t>训练耗时：1,397.70 秒</a:t>
            </a:r>
          </a:p>
          <a:p>
            <a:pPr lvl="0"/>
            <a:r>
              <a:rPr/>
              <a:t>最终 validation loss：1.8850</a:t>
            </a:r>
          </a:p>
          <a:p>
            <a:pPr lvl="0"/>
            <a:r>
              <a:rPr/>
              <a:t>最终 validation PPL：6.5866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FlashAttention-2：论文依据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论文核心思想</a:t>
            </a:r>
          </a:p>
          <a:p>
            <a:pPr lvl="0"/>
            <a:r>
              <a:rPr/>
              <a:t>标准 attention 是精确计算，不是近似 attention</a:t>
            </a:r>
          </a:p>
          <a:p>
            <a:pPr lvl="0"/>
            <a:r>
              <a:rPr/>
              <a:t>减少非矩阵乘 FLOPs</a:t>
            </a:r>
          </a:p>
          <a:p>
            <a:pPr lvl="0"/>
            <a:r>
              <a:rPr/>
              <a:t>沿 sequence length 在多个 thread blocks 之间并行</a:t>
            </a:r>
          </a:p>
          <a:p>
            <a:pPr lvl="0"/>
            <a:r>
              <a:rPr/>
              <a:t>调整 thread block 内 warp 的工作划分</a:t>
            </a:r>
          </a:p>
          <a:p>
            <a:pPr lvl="0" indent="0" marL="0">
              <a:buNone/>
            </a:pPr>
            <a:r>
              <a:rPr b="1"/>
              <a:t>官方论文结果</a:t>
            </a:r>
          </a:p>
          <a:p>
            <a:pPr lvl="0"/>
            <a:r>
              <a:rPr/>
              <a:t>FlashAttention-2 在 A100 上报告达到理论峰值的 50%-73%</a:t>
            </a:r>
          </a:p>
          <a:p>
            <a:pPr lvl="0"/>
            <a:r>
              <a:rPr/>
              <a:t>GPT 风格模型训练中报告最高 225 TFLOPs/s</a:t>
            </a:r>
          </a:p>
          <a:p>
            <a:pPr lvl="0" indent="0" marL="0">
              <a:buNone/>
            </a:pPr>
            <a:r>
              <a:rPr/>
              <a:t>引用：Tri Dao, </a:t>
            </a:r>
            <a:r>
              <a:rPr i="1"/>
              <a:t>FlashAttention-2</a:t>
            </a:r>
            <a:r>
              <a:rPr/>
              <a:t>, ICLR 2024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我如何对齐官方代码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本项目调用官方实现</a:t>
            </a:r>
          </a:p>
          <a:p>
            <a:pPr lvl="0"/>
            <a:r>
              <a:rPr/>
              <a:t>使用 Dao-AILab </a:t>
            </a:r>
            <a:r>
              <a:rPr>
                <a:latin typeface="Courier"/>
              </a:rPr>
              <a:t>flash-attn</a:t>
            </a:r>
            <a:r>
              <a:rPr/>
              <a:t> 2.8.3</a:t>
            </a:r>
          </a:p>
          <a:p>
            <a:pPr lvl="0"/>
            <a:r>
              <a:rPr/>
              <a:t>调用官方 </a:t>
            </a:r>
            <a:r>
              <a:rPr>
                <a:latin typeface="Courier"/>
              </a:rPr>
              <a:t>flash_attn_func</a:t>
            </a:r>
          </a:p>
          <a:p>
            <a:pPr lvl="0"/>
            <a:r>
              <a:rPr/>
              <a:t>Q/K/V 布局：</a:t>
            </a:r>
            <a:r>
              <a:rPr>
                <a:latin typeface="Courier"/>
              </a:rPr>
              <a:t>[batch, seqlen, heads, head_dim]</a:t>
            </a:r>
          </a:p>
          <a:p>
            <a:pPr lvl="0"/>
            <a:r>
              <a:rPr/>
              <a:t>GQA：Q heads 可多于 KV heads，且 Q heads 必须能被 KV heads 整除</a:t>
            </a:r>
          </a:p>
          <a:p>
            <a:pPr lvl="0"/>
            <a:r>
              <a:rPr/>
              <a:t>Causal mask：query length 与 key length 不同时采用右下对齐</a:t>
            </a:r>
          </a:p>
          <a:p>
            <a:pPr lvl="0"/>
            <a:r>
              <a:rPr/>
              <a:t>完全被 mask 的行输出为 0</a:t>
            </a:r>
          </a:p>
          <a:p>
            <a:pPr lvl="0" indent="0" marL="0">
              <a:buNone/>
            </a:pPr>
            <a:r>
              <a:rPr b="1"/>
              <a:t>本项目正式 shape</a:t>
            </a:r>
          </a:p>
          <a:p>
            <a:pPr lvl="0"/>
            <a:r>
              <a:rPr/>
              <a:t>Q heads = 8</a:t>
            </a:r>
          </a:p>
          <a:p>
            <a:pPr lvl="0"/>
            <a:r>
              <a:rPr/>
              <a:t>KV heads = 4</a:t>
            </a:r>
          </a:p>
          <a:p>
            <a:pPr lvl="0"/>
            <a:r>
              <a:rPr/>
              <a:t>head dimension = 60</a:t>
            </a:r>
          </a:p>
          <a:p>
            <a:pPr lvl="0"/>
            <a:r>
              <a:rPr/>
              <a:t>FP16，head dimension 小于官方 CUDA 支持上限 256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Attention 性能结果</a:t>
            </a:r>
          </a:p>
        </p:txBody>
      </p:sp>
      <p:pic>
        <p:nvPicPr>
          <p:cNvPr descr="results/main_experiments_30m_v2/figures/attention_latenc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Prefill</a:t>
            </a:r>
          </a:p>
          <a:p>
            <a:pPr lvl="0"/>
            <a:r>
              <a:rPr/>
              <a:t>FA2 vs eager：平均 5.11x</a:t>
            </a:r>
          </a:p>
          <a:p>
            <a:pPr lvl="0"/>
            <a:r>
              <a:rPr/>
              <a:t>FA2 vs SDPA：平均 1.17x</a:t>
            </a:r>
          </a:p>
          <a:p>
            <a:pPr lvl="0"/>
            <a:r>
              <a:rPr/>
              <a:t>最大 shape </a:t>
            </a:r>
            <a:r>
              <a:rPr>
                <a:latin typeface="Courier"/>
              </a:rPr>
              <a:t>batch=8, seq=512</a:t>
            </a:r>
            <a:r>
              <a:rPr/>
              <a:t>：FA2 vs eager 16.63x，FA2 vs SDPA 1.50x</a:t>
            </a:r>
          </a:p>
          <a:p>
            <a:pPr lvl="0" indent="0" marL="0">
              <a:buNone/>
            </a:pPr>
            <a:r>
              <a:rPr b="1"/>
              <a:t>Decode</a:t>
            </a:r>
          </a:p>
          <a:p>
            <a:pPr lvl="0"/>
            <a:r>
              <a:rPr/>
              <a:t>FA2 vs eager：平均 1.39x</a:t>
            </a:r>
          </a:p>
          <a:p>
            <a:pPr lvl="0"/>
            <a:r>
              <a:rPr/>
              <a:t>FA2 vs SDPA：平均 0.99x</a:t>
            </a:r>
          </a:p>
          <a:p>
            <a:pPr lvl="0"/>
            <a:r>
              <a:rPr/>
              <a:t>Decode shape 较小，FA2 与 SDPA 基本接近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7. 显存与正确性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Prefill 平均算子增量峰值显存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平均峰值显存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最大峰值显存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40.48 MB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168.00 MB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SDPA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7.60 MB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24.13 MB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FlashAttention-2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3.83 MB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12.13 MB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数值误差</a:t>
            </a:r>
          </a:p>
          <a:p>
            <a:pPr lvl="0"/>
            <a:r>
              <a:rPr/>
              <a:t>FA2 相对 SDPA 最大绝对误差：</a:t>
            </a:r>
            <a:r>
              <a:rPr>
                <a:latin typeface="Courier"/>
              </a:rPr>
              <a:t>9.765625e-4</a:t>
            </a:r>
          </a:p>
          <a:p>
            <a:pPr lvl="0"/>
            <a:r>
              <a:rPr/>
              <a:t>最大平均绝对误差：</a:t>
            </a:r>
            <a:r>
              <a:rPr>
                <a:latin typeface="Courier"/>
              </a:rPr>
              <a:t>8.82e-6</a:t>
            </a:r>
          </a:p>
          <a:p>
            <a:pPr lvl="0"/>
            <a:r>
              <a:rPr/>
              <a:t>attention benchmark 162 行全部 </a:t>
            </a:r>
            <a:r>
              <a:rPr>
                <a:latin typeface="Courier"/>
              </a:rPr>
              <a:t>ok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Batch Composition：固定 Prompt</a:t>
            </a:r>
          </a:p>
        </p:txBody>
      </p:sp>
      <p:pic>
        <p:nvPicPr>
          <p:cNvPr descr="results/main_experiments_30m_v2/figures/batch_sensitiv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400 组固定 prompt 实验</a:t>
            </a:r>
          </a:p>
          <a:p>
            <a:pPr lvl="0"/>
            <a:r>
              <a:rPr/>
              <a:t>非零 logits 差异：263 / 400</a:t>
            </a:r>
          </a:p>
          <a:p>
            <a:pPr lvl="0"/>
            <a:r>
              <a:rPr/>
              <a:t>最大绝对 logits 差异：0.0078125</a:t>
            </a:r>
          </a:p>
          <a:p>
            <a:pPr lvl="0"/>
            <a:r>
              <a:rPr/>
              <a:t>top-1 改变：0</a:t>
            </a:r>
          </a:p>
          <a:p>
            <a:pPr lvl="0"/>
            <a:r>
              <a:rPr/>
              <a:t>top-5 改变：1</a:t>
            </a:r>
          </a:p>
          <a:p>
            <a:pPr lvl="0"/>
            <a:r>
              <a:rPr/>
              <a:t>greedy 输出分叉：0</a:t>
            </a:r>
          </a:p>
          <a:p>
            <a:pPr lvl="0" indent="0" marL="0">
              <a:buNone/>
            </a:pPr>
            <a:r>
              <a:rPr b="1"/>
              <a:t>解释</a:t>
            </a:r>
          </a:p>
          <a:p>
            <a:pPr lvl="0"/>
            <a:r>
              <a:rPr/>
              <a:t>batch composition 会改变 logits 数值</a:t>
            </a:r>
          </a:p>
          <a:p>
            <a:pPr lvl="0"/>
            <a:r>
              <a:rPr/>
              <a:t>固定 prompt 不一定刚好处在决策边界</a:t>
            </a:r>
          </a:p>
          <a:p>
            <a:pPr lvl="0"/>
            <a:r>
              <a:rPr/>
              <a:t>因此需要低 margin prompt 搜索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9. 低 Margin 搜索：找到 Greedy 分叉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搜索流程</a:t>
            </a:r>
          </a:p>
          <a:p>
            <a:pPr lvl="0"/>
            <a:r>
              <a:rPr/>
              <a:t>从 TinyStories validation 抽取 2000 篇文档</a:t>
            </a:r>
          </a:p>
          <a:p>
            <a:pPr lvl="0"/>
            <a:r>
              <a:rPr/>
              <a:t>形成 8155 个 prefix candidate</a:t>
            </a:r>
          </a:p>
          <a:p>
            <a:pPr lvl="0"/>
            <a:r>
              <a:rPr/>
              <a:t>保留 top-1 / top-2 margin 最小的 100 个 prompt</a:t>
            </a:r>
          </a:p>
          <a:p>
            <a:pPr lvl="0"/>
            <a:r>
              <a:rPr/>
              <a:t>测试 eager / SDPA、FP32 / FP16 和 5 种 batch composition</a:t>
            </a:r>
          </a:p>
          <a:p>
            <a:pPr lvl="0" indent="0" marL="0">
              <a:buNone/>
            </a:pPr>
            <a:r>
              <a:rPr b="1"/>
              <a:t>结果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数值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测试 case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非零 logits 差异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1,598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top-1 改变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top-5 改变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greedy 输出分叉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结论：</a:t>
            </a:r>
            <a:r>
              <a:rPr>
                <a:latin typeface="Courier"/>
              </a:rPr>
              <a:t>temperature=0</a:t>
            </a:r>
            <a:r>
              <a:rPr/>
              <a:t> 只固定 argmax 规则，不保证不同 batch composition 输出相同。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Fixed-tree 修复尝试</a:t>
            </a:r>
          </a:p>
        </p:txBody>
      </p:sp>
      <p:pic>
        <p:nvPicPr>
          <p:cNvPr descr="results/main_experiments_30m_v2/figures/rmsnorm_latenc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32000" y="1193800"/>
            <a:ext cx="508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Toy reduction</a:t>
            </a:r>
          </a:p>
          <a:p>
            <a:pPr lvl="0"/>
            <a:r>
              <a:rPr/>
              <a:t>block-dependent reduction：4 种不同结果</a:t>
            </a:r>
          </a:p>
          <a:p>
            <a:pPr lvl="0"/>
            <a:r>
              <a:rPr/>
              <a:t>fixed-tree reduction：1 种结果</a:t>
            </a:r>
          </a:p>
          <a:p>
            <a:pPr lvl="0"/>
            <a:r>
              <a:rPr/>
              <a:t>说明固定归约树可以恢复 toy 场景的 bitwise consistency</a:t>
            </a:r>
          </a:p>
          <a:p>
            <a:pPr lvl="0" indent="0" marL="0">
              <a:buNone/>
            </a:pPr>
            <a:r>
              <a:rPr b="1"/>
              <a:t>模型级 RMSNorm</a:t>
            </a:r>
          </a:p>
          <a:p>
            <a:pPr lvl="0"/>
            <a:r>
              <a:rPr/>
              <a:t>18 个 RMSNorm invariance case 全部 bitwise equal</a:t>
            </a:r>
          </a:p>
          <a:p>
            <a:pPr lvl="0"/>
            <a:r>
              <a:rPr/>
              <a:t>fixed-tree RMSNorm 平均延迟是 native 的 2.13x</a:t>
            </a:r>
          </a:p>
          <a:p>
            <a:pPr lvl="0"/>
            <a:r>
              <a:rPr/>
              <a:t>但 Linear / Matmul 尚未替换，所以不能宣称整个模型 batch invariant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结论、下一步与引用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结论</a:t>
            </a:r>
          </a:p>
          <a:p>
            <a:pPr lvl="0"/>
            <a:r>
              <a:rPr/>
              <a:t>30M TinyLlama-style 训练主线完成，validation PPL = 6.5866</a:t>
            </a:r>
          </a:p>
          <a:p>
            <a:pPr lvl="0"/>
            <a:r>
              <a:rPr/>
              <a:t>官方 FlashAttention-2 已在主模型 GQA shape 上完成 benchmark</a:t>
            </a:r>
          </a:p>
          <a:p>
            <a:pPr lvl="0"/>
            <a:r>
              <a:rPr/>
              <a:t>FA2 在 prefill 上有明确收益，decode 中与 SDPA 接近</a:t>
            </a:r>
          </a:p>
          <a:p>
            <a:pPr lvl="0"/>
            <a:r>
              <a:rPr/>
              <a:t>batch composition 会造成 logits 漂移，低 margin prompt 下会导致 </a:t>
            </a:r>
            <a:r>
              <a:rPr>
                <a:latin typeface="Courier"/>
              </a:rPr>
              <a:t>temperature=0</a:t>
            </a:r>
            <a:r>
              <a:rPr/>
              <a:t> greedy 分叉</a:t>
            </a:r>
          </a:p>
          <a:p>
            <a:pPr lvl="0"/>
            <a:r>
              <a:rPr/>
              <a:t>fixed-tree reduction 是可行方向，但模型级完整 batch invariance 还没完成</a:t>
            </a:r>
          </a:p>
          <a:p>
            <a:pPr lvl="0" indent="0" marL="0">
              <a:buNone/>
            </a:pPr>
            <a:r>
              <a:rPr b="1"/>
              <a:t>下一步</a:t>
            </a:r>
          </a:p>
          <a:p>
            <a:pPr lvl="0"/>
            <a:r>
              <a:rPr/>
              <a:t>实现 batch-invariant Linear / Matmul</a:t>
            </a:r>
          </a:p>
          <a:p>
            <a:pPr lvl="0"/>
            <a:r>
              <a:rPr/>
              <a:t>接入 vLLM 或自定义 continuous batching</a:t>
            </a:r>
          </a:p>
          <a:p>
            <a:pPr lvl="0"/>
            <a:r>
              <a:rPr/>
              <a:t>扩展到 TinyLlama 1.1B / Qwen3-8B 和 A100 / H100</a:t>
            </a:r>
          </a:p>
          <a:p>
            <a:pPr lvl="0" indent="0" marL="0">
              <a:buNone/>
            </a:pPr>
            <a:r>
              <a:rPr b="1"/>
              <a:t>引用</a:t>
            </a:r>
          </a:p>
          <a:p>
            <a:pPr lvl="0"/>
            <a:r>
              <a:rPr/>
              <a:t>TinyLlama official repository: https://github.com/jzhang38/TinyLlama</a:t>
            </a:r>
          </a:p>
          <a:p>
            <a:pPr lvl="0"/>
            <a:r>
              <a:rPr/>
              <a:t>FlashAttention-2 paper, ICLR 2024: https://proceedings.iclr.cc/paper_files/paper/2024/file/98ed250b203d1ac6b24bbcf263e3d4a7-Paper-Conference.pdf</a:t>
            </a:r>
          </a:p>
          <a:p>
            <a:pPr lvl="0"/>
            <a:r>
              <a:rPr/>
              <a:t>Dao-AILab flash-attention v2.8.3: https://github.com/Dao-AILab/flash-attention/tree/v2.8.3</a:t>
            </a:r>
          </a:p>
          <a:p>
            <a:pPr lvl="0"/>
            <a:r>
              <a:rPr/>
              <a:t>Thinking Machines Lab, Batch Invariant Ops: https://github.com/thinking-machines-lab/batch_invariant_ops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TinyLlama-style 小模型训练、FlashAttention-2 与 Batch Invariance</dc:title>
  <dc:creator>NLP Project</dc:creator>
  <cp:keywords/>
  <dcterms:created xsi:type="dcterms:W3CDTF">2026-06-08T04:08:00Z</dcterms:created>
  <dcterms:modified xsi:type="dcterms:W3CDTF">2026-06-08T04:08:00Z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2026-06-07</vt:lpwstr>
  </property>
  <property fmtid="{D5CDD505-2E9C-101B-9397-08002B2CF9AE}" pid="3" name="subtitle">
    <vt:lpwstr>30M 级预训练复现、Attention 加速评估与确定性推理实验</vt:lpwstr>
  </property>
</Properties>
</file>